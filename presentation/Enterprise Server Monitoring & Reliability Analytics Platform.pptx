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3" r:id="rId6"/>
    <p:sldId id="259" r:id="rId7"/>
    <p:sldId id="260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11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43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01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55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4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10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57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90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6483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860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8385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389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20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2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3D9EB-0A33-4078-87AD-55890A2A9560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4B2F0CF-34C3-4742-A07C-77A9F1259F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994C-5E93-8D3A-AEED-D0BEDFD6B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059" y="653144"/>
            <a:ext cx="9131526" cy="3449324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SERVER MONITORING &amp; RELIABILITY ANALYTICS PLATFORM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use case submission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FA4A7-EB4C-2212-7D8C-AD564E93DA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Elluri Sri Lakshmi</a:t>
            </a:r>
          </a:p>
          <a:p>
            <a:pPr algn="ctr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 Candidate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NeoStats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Hiring Drive – 2026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9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9F1A-6D7E-11E5-146C-F9C2264F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DF607-410E-87D7-D4EE-25B47BF4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enterprise infrastructure generates high-volume operational telemetry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monitoring logs are not structured for analytical consumption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curated datasets limits performance visibility and proactive decision-making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require unified monitoring frameworks to track utilization, availability, and system health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challenge: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operational logs into scalable analytical monitoring system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infrastructure reliability assessment</a:t>
            </a:r>
          </a:p>
        </p:txBody>
      </p:sp>
    </p:spTree>
    <p:extLst>
      <p:ext uri="{BB962C8B-B14F-4D97-AF65-F5344CB8AC3E}">
        <p14:creationId xmlns:p14="http://schemas.microsoft.com/office/powerpoint/2010/main" val="13837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CE49-B6D5-BC31-8764-A42A3F93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8C902-7748-0AB8-DD25-B39047FB1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457" y="1904999"/>
            <a:ext cx="9262155" cy="4223657"/>
          </a:xfrm>
        </p:spPr>
        <p:txBody>
          <a:bodyPr>
            <a:normAutofit fontScale="925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end-to-end data engineering pipeline for infrastructure analytics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modular architecture separating ingestion, transformation, and reporting layers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enterprise data lake environment using structured storage design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Python-based ETL workflow to standardize and enrich operational logs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performance indicators to support infrastructure intelligence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interactive monitoring dashboards for operational visibility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78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03C9-2A3F-DFC1-69B0-0C7DF059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606" y="457200"/>
            <a:ext cx="10515600" cy="1015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PIPELINE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ED4BD0-F731-7CA2-24EA-07F373782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606" y="1228722"/>
            <a:ext cx="2734390" cy="4400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20BEB-859E-69AB-3E2A-FF27624B0D50}"/>
              </a:ext>
            </a:extLst>
          </p:cNvPr>
          <p:cNvSpPr txBox="1"/>
          <p:nvPr/>
        </p:nvSpPr>
        <p:spPr>
          <a:xfrm>
            <a:off x="1117969" y="5862858"/>
            <a:ext cx="7074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Monitoring Pipeline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6ACB3-055C-3DC7-F465-BFDAA165DD60}"/>
              </a:ext>
            </a:extLst>
          </p:cNvPr>
          <p:cNvSpPr txBox="1"/>
          <p:nvPr/>
        </p:nvSpPr>
        <p:spPr>
          <a:xfrm>
            <a:off x="6026280" y="3275533"/>
            <a:ext cx="56202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ensures modular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enhances infrastructure observability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dataset improves reporting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supports scalability and future real-time integration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72630-7D86-4D56-FF40-55E6F40480A5}"/>
              </a:ext>
            </a:extLst>
          </p:cNvPr>
          <p:cNvSpPr txBox="1"/>
          <p:nvPr/>
        </p:nvSpPr>
        <p:spPr>
          <a:xfrm>
            <a:off x="6026280" y="1472291"/>
            <a:ext cx="532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raw telemetry into curated analytical datasets for performance monitoring and reliability risk detection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52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1A71-D5BE-797B-B5D9-3D9C73E7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2385-E8C9-4268-9D10-7096FDFE3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9171" y="1905000"/>
            <a:ext cx="9425441" cy="40062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server logs ingested into staging layer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cleansing performed using transformation scripts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normalization applied for time-series consistency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layer created analytical performance indicators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layer produced semantic datasets for reporting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layer enabled interactive monitoring workflows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supports scalability for real-time and cloud integration</a:t>
            </a:r>
          </a:p>
        </p:txBody>
      </p:sp>
    </p:spTree>
    <p:extLst>
      <p:ext uri="{BB962C8B-B14F-4D97-AF65-F5344CB8AC3E}">
        <p14:creationId xmlns:p14="http://schemas.microsoft.com/office/powerpoint/2010/main" val="50416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FAB2-6588-C46E-63B6-F6F83EC6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4D3E-99C2-00C3-D15C-B14E1274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6" y="2046514"/>
            <a:ext cx="9884228" cy="450668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infrastructure metrics handled using statistical imputation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inconsistencies resolved to ensure chronological accuracy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metrics engineered to improve interpretability of system behaviour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stress index developed from traffic utilization patterns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ratio calculated to quantify operational stability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workload categorized to identify performance pressure zones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curated analytical dataset aligned with semantic modelling principles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layered transformation pipeline for analytical data readiness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3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5182-62C3-B6CA-8F6F-B85275A2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MONITORING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759CA-A9A0-E819-7DBA-6E1B70488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945" y="1905000"/>
            <a:ext cx="10122126" cy="400622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 provides consolidated system performance overview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utilization analysis highlights regional infrastructure pressure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identifies workload imbalance patterns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monitoring tracks availability fluctuations and downtime risks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indicator enables proactive identification of system instability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monitoring approach supports strategic and operational insights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KPI-driven monitoring aligned with infrastructure reliability metrics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70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894B-08A5-55D5-57F1-7388487A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ENGINEERING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1BD78-FB3D-B469-FD8B-EAEBC0E26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logs contained inconsistent temporal formats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meaningful derived metrics required iterative validation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analytical depth while maintaining dashboard clarity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Structuring pipeline to simulate enterprise architecture constraints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engineering rigor with assignment scope limitations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modularity for potential future system scaling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inconsistent timestamp formats in raw telemetry logs</a:t>
            </a:r>
          </a:p>
        </p:txBody>
      </p:sp>
    </p:spTree>
    <p:extLst>
      <p:ext uri="{BB962C8B-B14F-4D97-AF65-F5344CB8AC3E}">
        <p14:creationId xmlns:p14="http://schemas.microsoft.com/office/powerpoint/2010/main" val="53201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EB3F-0229-4002-06F5-7EEE91E1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2058B-5CE9-B39D-E490-B55BEDC3F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71" y="1730829"/>
            <a:ext cx="9501641" cy="418039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transformed raw telemetry into decision-oriented analytical dataset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visibility into infrastructure utilization and performance trends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structured framework for reliability monitoring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scalable pipeline design aligned with modern data engineering practices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foundation for predictive monitoring and automated alerting systems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structured infrastructure observability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70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35F3-E457-4A22-24EA-92BAF455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ACBF9-5701-9D8F-5623-D371ABCE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real-time streaming ingestion frameworks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to distributed cloud data warehouse architecture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predictive reliability modeling using ML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anomaly detection for infrastructure risk mitigation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real-time streaming data pipelines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5161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174</TotalTime>
  <Words>500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ENTERPRISE SERVER MONITORING &amp; RELIABILITY ANALYTICS PLATFORM -------- Data engineering use case submission</vt:lpstr>
      <vt:lpstr>BUSINESS CONTEXT &amp; PROBLEM STATEMENT</vt:lpstr>
      <vt:lpstr>SOLUTION OVERVIEW</vt:lpstr>
      <vt:lpstr>END-TO-END DATA PIPELINE ARCHITECTURE</vt:lpstr>
      <vt:lpstr>PIPELINE ARCHITECTURE </vt:lpstr>
      <vt:lpstr>DATA ENGINEERING METHODOLOGY</vt:lpstr>
      <vt:lpstr>ANALYTICAL MONITORING DESIGN</vt:lpstr>
      <vt:lpstr>KEY ENGINEERING CHALLENGES</vt:lpstr>
      <vt:lpstr>OUTCOMES &amp; IMPACT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lakshmi Elluri</dc:creator>
  <cp:lastModifiedBy>Sri lakshmi Elluri</cp:lastModifiedBy>
  <cp:revision>5</cp:revision>
  <dcterms:created xsi:type="dcterms:W3CDTF">2026-03-13T12:08:48Z</dcterms:created>
  <dcterms:modified xsi:type="dcterms:W3CDTF">2026-03-13T15:03:34Z</dcterms:modified>
</cp:coreProperties>
</file>